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讲代码结构，不讲产品功能。右图是全篇的索引：中间是执行链三阶段，下面是三类能力接入方式。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先摆两类现有形态：workflow 型把流程画死在开发期，运行期改不了；ReAct 型只有一条消息链，任务结构只在上下文里，失败只能整段重来。
这套服务在两者之间：结构由运行时生成，但生成出来的是 task 对象，带依赖、带状态、可单独重试。
下面六条是具体处理，后面几页逐个展开实现。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左边是各目录的代码行数，runtime 和 tools 占比最高。右边是目录结构，目录名对应能力。
底部一行列出运行期要同时处理的机制，后面几页只展开其中的执行链和扩展点。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四层：API 做协议与推送，Orchestrator 做调度与 agent 管理，Runtime 做单个 task 的执行编排，下面是三类能力与领域层。
右边列了各层的具体分工，每条对应到文件。能力层统一经 adapter、gateway、registry 接入，所以模型和工具的增减集中在这三处。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 Manager 分别持有会话状态、任务调度状态、agent 实例。
左下是 TaskQueue 的结构：ready 栈加 blocked 集合，依赖满足后迁移，队列随 session 持久化。
右下按状态列出写入方，评委问“谁改这个字段”可以直接指。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执行链三段：Reasoner 装配上下文并检索能力，Actor 调模型与执行工具，Observer 判定 task 结果。
阶段之间传 types.py 里的三个 dataclass，Observer 可以用构造好的 ActorResult 单独测。
右下是 run() 的完整步骤，包括 memory 写入时机和 finally 段的 agent 状态回写；SUSPENDED 是链路上的正常退出，回答后重新入队。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五处扩展点对应五类变化：模型供应商、可用能力集合、工具来源、状态与恢复路径、事件消费方。
共同点是新增能力只写实现加注册，不改调用方。这五处都是在实际迭代中反复改动后抽出来的。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六项各给一处代码位置，不用逐条念，挑三处展开：
④ 工具调用全部经 ToolGateway.call()，授权、审计、脱敏、截断在同一方法内；
⑤ 状态转换表在 domain/state_machine.py，三类对象各一张；
③ MockAdapter 替换真实模型，测试不访问网络。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收尾三句：结构怎么拆、工程上怎么处理、语言特性怎么用，前面每一页都能对上。
右边是本篇six页的目录，方便评委提问定位。
最后一行讲适用范围：换成任务调度或工作流系统，对象名变了，阶段和扩展点位置不变。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代码英雄评选 · 项目陈述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IPMaster-Cowork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Runtime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代码结构与设计说明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307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 · 150 个模块 · 16,925 行 Python · 27 组测试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参赛人：Lin          部门：______          仓库：miniAgents / 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0" y="1691640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691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2167128"/>
            <a:ext cx="0" cy="41148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52360" y="2578608"/>
            <a:ext cx="3200400" cy="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578608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8346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3291840"/>
            <a:ext cx="0" cy="27432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840" y="2578608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8346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3291840"/>
            <a:ext cx="0" cy="27432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2578608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8346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607040" y="3291840"/>
            <a:ext cx="0" cy="27432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3566160"/>
            <a:ext cx="3200400" cy="0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3566160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3822192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01922"/>
          </a:solidFill>
          <a:ln w="12700">
            <a:solidFill>
              <a:srgbClr val="3A4C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06840" y="3566160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3822192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01922"/>
          </a:solidFill>
          <a:ln w="12700">
            <a:solidFill>
              <a:srgbClr val="3A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07040" y="3566160"/>
            <a:ext cx="0" cy="256032"/>
          </a:xfrm>
          <a:prstGeom prst="line">
            <a:avLst/>
          </a:prstGeom>
          <a:noFill/>
          <a:ln w="12700">
            <a:solidFill>
              <a:srgbClr val="4458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21240" y="3822192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01922"/>
          </a:solidFill>
          <a:ln w="12700">
            <a:solidFill>
              <a:srgbClr val="3A4C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212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526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执行链三阶段；能力经 adapter / gateway / registry 接入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项目介绍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两类现有形态的局限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5486400" cy="2157984"/>
          </a:xfrm>
          <a:prstGeom prst="roundRect">
            <a:avLst>
              <a:gd name="adj" fmla="val 2542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68249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节点与连边在开发期定义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11680"/>
            <a:ext cx="4974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新增一条分支要改图、改代码、重新发布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节点粒度固定，运行期不能再拆分或增派执行者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异常路径需事先穷举，组合随节点数增长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44768" y="1225296"/>
            <a:ext cx="5486400" cy="2157984"/>
          </a:xfrm>
          <a:prstGeom prst="roundRect">
            <a:avLst>
              <a:gd name="adj" fmla="val 2542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单循环型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68249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thought / action / observation 累积在一条消息链上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11680"/>
            <a:ext cx="4974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 task 对象，依赖、进度、单独重试都无从表达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消息链单调增长，长流程触上下文上限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失败整段重来；完成与否由模型正文自述；工具白名单全局一套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11082528" cy="1700784"/>
          </a:xfrm>
          <a:prstGeom prst="roundRect">
            <a:avLst>
              <a:gd name="adj" fmla="val 322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749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本项目：ReAct 循环执行，task 对象约束过程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133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执行：ReAct 循环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425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每轮 reason → act → observe，下一步调什么工具由模型在执行中决定；plan task 产出子 task，运行期可继续拆。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4133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约束：task + Observer 复核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4425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每步落成 task，带 status、dag_deps、agent 归属；Observer 每轮提交评估，FINISHED 可回退 PENDING 重做，失败按 failure_counter 重试。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代码规模与构成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 目录构成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按目录的代码行数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007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755648"/>
            <a:ext cx="2651760" cy="118872"/>
          </a:xfrm>
          <a:prstGeom prst="rect">
            <a:avLst/>
          </a:prstGeom>
          <a:solidFill>
            <a:srgbClr val="C75B2C"/>
          </a:solidFill>
          <a:ln w="12700">
            <a:solidFill>
              <a:srgbClr val="C75B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7007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3,087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66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2121408"/>
            <a:ext cx="1888101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0665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2,198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32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487168"/>
            <a:ext cx="1581435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4323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1,841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98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852928"/>
            <a:ext cx="1561678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7980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1,818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638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218688"/>
            <a:ext cx="1559960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3163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1,816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9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3584448"/>
            <a:ext cx="1551370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5295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1,806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953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950208"/>
            <a:ext cx="1139046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8953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611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4315968"/>
            <a:ext cx="1064312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42611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1,239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268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4681728"/>
            <a:ext cx="891651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9160" y="4626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1,038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9926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20240" y="5047488"/>
            <a:ext cx="648552" cy="118872"/>
          </a:xfrm>
          <a:prstGeom prst="rect">
            <a:avLst/>
          </a:prstGeom>
          <a:solidFill>
            <a:srgbClr val="C9D2D9"/>
          </a:solidFill>
          <a:ln w="12700">
            <a:solidFill>
              <a:srgbClr val="C9D2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49926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298448"/>
            <a:ext cx="5550408" cy="4041648"/>
          </a:xfrm>
          <a:prstGeom prst="roundRect">
            <a:avLst>
              <a:gd name="adj" fmla="val 1357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45352" y="1389888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 目录结构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245352" y="1627632"/>
            <a:ext cx="522122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IPMaster-Cowork / app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         Session · Task · Agent · Blackboard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     领域模型 + 状态机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   领域服务（9 个）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events/     EventBus · EventTypes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orchestrator/   SessionManager · TaskManager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LifecycleManager · TaskQueue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runtime/        AgentLoop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Reasoner · Actor · Observer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ToolGateway · PolicyEngine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llm/            BaseAdapter · OpenAI / Anthropic / Mock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tools/          Registry · Builtin · Control · MCP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         SkillRegistry · Loader · Executor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agent_template/ Agent 模板定义与同步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storage/        file / db / cache / artifact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            REST · SSE · Schema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observability/  logging · metrics · tracing · audit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96128"/>
            <a:ext cx="11082528" cy="868680"/>
          </a:xfrm>
          <a:prstGeom prst="roundRect">
            <a:avLst>
              <a:gd name="adj" fmla="val 631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55961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运行期需要同时处理：多 task 与 task 依赖、多 agent 与动态创建、Tool / Skill / MCP 三类能力、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会话生命周期、人工介入与挂起恢复、memory 压缩、中断、provider 差异、工具审计。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01000" y="5724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001000" y="6062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模块文件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226296" y="5724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16,925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226296" y="6062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Python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451592" y="5724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10451592" y="6062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组测试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代码结构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分层与依赖方向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7086600" cy="548640"/>
          </a:xfrm>
          <a:prstGeom prst="roundRect">
            <a:avLst>
              <a:gd name="adj" fmla="val 8333"/>
            </a:avLst>
          </a:prstGeom>
          <a:solidFill>
            <a:srgbClr val="F1F3F5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6187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　　REST / SSE / Request /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91940" y="1810512"/>
            <a:ext cx="0" cy="201168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7086600" cy="749808"/>
          </a:xfrm>
          <a:prstGeom prst="roundRect">
            <a:avLst>
              <a:gd name="adj" fmla="val 6098"/>
            </a:avLst>
          </a:prstGeom>
          <a:solidFill>
            <a:srgbClr val="F1F3F5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957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 · TaskManager · LifecycleManager · TaskQueue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91940" y="2761488"/>
            <a:ext cx="0" cy="201168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962656"/>
            <a:ext cx="7086600" cy="1024128"/>
          </a:xfrm>
          <a:prstGeom prst="roundRect">
            <a:avLst>
              <a:gd name="adj" fmla="val 4464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540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　AgentLoop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64992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64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80944" y="3364992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80944" y="3364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0368" y="3364992"/>
            <a:ext cx="2103120" cy="475488"/>
          </a:xfrm>
          <a:prstGeom prst="roundRect">
            <a:avLst>
              <a:gd name="adj" fmla="val 9615"/>
            </a:avLst>
          </a:prstGeom>
          <a:solidFill>
            <a:srgbClr val="1A2733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3364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91940" y="3986784"/>
            <a:ext cx="0" cy="201168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87952"/>
            <a:ext cx="224942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25196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Adapter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/ anthropic / mock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44368" y="4187952"/>
            <a:ext cx="224942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44368" y="425196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Gateway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builtin / control / MCP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0096" y="4187952"/>
            <a:ext cx="224942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0096" y="425196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Registry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340096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/ workspace / remote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91940" y="4901184"/>
            <a:ext cx="0" cy="201168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102352"/>
            <a:ext cx="7086600" cy="548640"/>
          </a:xfrm>
          <a:prstGeom prst="roundRect">
            <a:avLst>
              <a:gd name="adj" fmla="val 8333"/>
            </a:avLst>
          </a:prstGeom>
          <a:solidFill>
            <a:srgbClr val="F1F3F5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10235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　模型 · 状态机 · 领域服务　|　Storage　|　EventBus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9729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依赖自上而下逐层调用；跨模块通知通过 EventBus 发布订阅。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82128" y="1261872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2440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1682496"/>
            <a:ext cx="3346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路由按资源划分：sessions / tasks / tools / skills / llms / memories；请求与响应结构由 schemas 定义，执行过程通过 SSE 推送。Service 实例在 deps.py 以 @lru_cache 单例装配后注入路由。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246888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api/v1/routes/ · api/v1/deps.py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82128" y="2889504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9244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3310128"/>
            <a:ext cx="3346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SessionManager 建会话与 root agent 并启动执行线程；TaskManager 订阅任务事件、维护 TaskQueue、决定下一个 task 与重试；LifecycleManager 维护 agent 树，复用或新建执行体。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409651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session_manager · task_manager · lifecycle_manager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882128" y="4517136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9244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092440" y="4937760"/>
            <a:ext cx="3346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按 Reasoner → Actor → Observer 执行单个 task；PromptBuilder 组装消息，ToolGateway 收口工具调用，PolicyEngine 校验权限，MemoryCompaction 处理上下文超限。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092440" y="572414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agent_loop · tool_gateway · prompt_builder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复杂度建模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Task / Agent 与三个 Manager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575304" cy="27432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0817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5564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「一次会话的生命周期」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状态与预算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2286000"/>
            <a:ext cx="3172968" cy="402336"/>
          </a:xfrm>
          <a:prstGeom prst="roundRect">
            <a:avLst>
              <a:gd name="adj" fmla="val 11364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286000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798064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创建 session 与 root agent，起执行线程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answer_input / interrupt / continue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token_budget 校验在此处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06824" y="1261872"/>
            <a:ext cx="3575304" cy="27432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140817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175564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「一个可执行单元」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0116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调度与依赖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7992" y="2286000"/>
            <a:ext cx="3172968" cy="402336"/>
          </a:xfrm>
          <a:prstGeom prst="roundRect">
            <a:avLst>
              <a:gd name="adj" fmla="val 11364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2286000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TaskManager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2798064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订阅 TASK_CREATED / FINISHED / FAILED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TaskQueue 的三个 push 点集中在此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决定下一个 task、重试、session 终结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65008" y="1261872"/>
            <a:ext cx="3575304" cy="27432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140817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175564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「一个执行体实例」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20116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实例与树结构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66176" y="2286000"/>
            <a:ext cx="3172968" cy="402336"/>
          </a:xfrm>
          <a:prstGeom prst="roundRect">
            <a:avLst>
              <a:gd name="adj" fmla="val 11364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6176" y="2286000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LifecycleManager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66176" y="2798064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维护 session 内的 agent 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prepare_executor：复用或新建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实例化 sub-agent，按配置继承 memory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4572000" cy="1883664"/>
          </a:xfrm>
          <a:prstGeom prst="roundRect">
            <a:avLst>
              <a:gd name="adj" fmla="val 291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334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TaskQueue（每个 session 一个）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6344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_ready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list[str]，LIFO 栈，dag_deps 已满足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_blocked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set[str]，依赖未满足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notify_completed()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依赖满足后从 _blocked 移入 _ready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 / from_dict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队列随 session 持久化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4206240"/>
            <a:ext cx="6281928" cy="1883664"/>
          </a:xfrm>
          <a:prstGeom prst="roundRect">
            <a:avLst>
              <a:gd name="adj" fmla="val 2913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13832" y="4297680"/>
            <a:ext cx="595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状态与资源的持有方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513832" y="4535424"/>
            <a:ext cx="5952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状态   SessionService 写入，经 SessionStateMachine 校验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状态      TaskService 写入；AgentLoop 写执行结果，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TaskManager 写调度结果（激活 / 重试 / 终结）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实例     LifecycleManager 创建与回收，状态落 AgentStore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TaskQueue     TaskManager 持有，push / pop / notify 三个入口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执行线程       LifecycleManager.run_agent() 启动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核心执行链路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执行链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AgentLoop.run()　一次调用执行一个 task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 memory、blackboard、agent 身份与项目背景，检索可用工具与技能，必要时触发上下文压缩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ReasoningContext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2487168"/>
            <a:ext cx="0" cy="237744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761488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71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821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prompt 与消息，流式调用 LLM，经 PolicyEngine 授权后执行工具与技能，逐轮累积结果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ActorResult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63240" y="3657600"/>
            <a:ext cx="0" cy="237744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931920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5254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ReAct 循环评估本轮执行，提交任务评估与复核，写入 memory 摘要并发布事件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ObserverVerdict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5029200" cy="1280160"/>
          </a:xfrm>
          <a:prstGeom prst="roundRect">
            <a:avLst>
              <a:gd name="adj" fmla="val 42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9926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app/runtime/types.py — 阶段间契约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230368"/>
            <a:ext cx="47000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ReasoningContext  goal, recent_messages, soul, role,</a:t>
            </a:r>
            <a:endParaRPr lang="en-US" sz="8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actor_resources, observer_resources</a:t>
            </a:r>
            <a:endParaRPr lang="en-US" sz="8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ActorResult       output, tool_calls_made, conversation_turns,</a:t>
            </a:r>
            <a:endParaRPr lang="en-US" sz="8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actor_mode, context_tokens, exit_reason</a:t>
            </a:r>
            <a:endParaRPr lang="en-US" sz="8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ObserverVerdict   summary, context_tokens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852160" y="1280160"/>
            <a:ext cx="5779008" cy="2834640"/>
          </a:xfrm>
          <a:prstGeom prst="roundRect">
            <a:avLst>
              <a:gd name="adj" fmla="val 1935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16752" y="1371600"/>
            <a:ext cx="5449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app/runtime/agent_loop.py · AgentLoop.run()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016752" y="1609344"/>
            <a:ext cx="544982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self._reasoner.reason(session, agent, task)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result, task = self._run_actor(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session, agent, task, ctx, session_id, agent_id,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interrupt_flag=interrupt_flag)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task.status == "SUSPENDED":      # 等待人工回答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self._write_suspension_memory(...)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verdict, task = self._run_observer(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session, agent, ctx, task, result, ...)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852160" y="4206240"/>
            <a:ext cx="5779008" cy="1975104"/>
          </a:xfrm>
          <a:prstGeom prst="roundRect">
            <a:avLst>
              <a:gd name="adj" fmla="val 277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0760" y="43342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run() 的执行步骤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4645152"/>
            <a:ext cx="5303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　载入 agent 并置 RUNNING，注册中断标志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　校验 session 的 token_budget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　首轮将 user_prompt 按包装格式写入 memory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　注入被跟踪 task 的已完成结果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　reason → act → observe，按结果写 task 状态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　记录执行轮次与 memory，发布 blackboard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　finally 段按 task 状态回写 agent 为 WAITING / FINISHED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58887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退出路径：正常结束 / SUSPENDED 等待回答 / 用户中断 / Observer 判失败上抛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扩展点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五处扩展点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3575304" cy="2523744"/>
          </a:xfrm>
          <a:prstGeom prst="roundRect">
            <a:avLst>
              <a:gd name="adj" fmla="val 217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53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Adapter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变化点：模型供应商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172968" cy="1426464"/>
          </a:xfrm>
          <a:prstGeom prst="roundRect">
            <a:avLst>
              <a:gd name="adj" fmla="val 384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01168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app/llm/base.py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9424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BaseAdapter(ABC):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@abstractmethod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def complete(self, req): ...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OpenAIAdapter / AnthropicAdapter / Mock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0156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收益：新增：实现 BaseAdapter + 注册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6824" y="1243584"/>
            <a:ext cx="3575304" cy="2523744"/>
          </a:xfrm>
          <a:prstGeom prst="roundRect">
            <a:avLst>
              <a:gd name="adj" fmla="val 217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1353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164592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变化点：系统支持哪些能力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07992" y="1920240"/>
            <a:ext cx="3172968" cy="1426464"/>
          </a:xfrm>
          <a:prstGeom prst="roundRect">
            <a:avLst>
              <a:gd name="adj" fmla="val 384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72584" y="201168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tools/registry.py · llm/provider_registry.py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672584" y="2249424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registry.register_tools(builtin_tools)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registry.register_mcp_http(name, url)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provider_registry.register_anthropic()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/ Skill / LLM / AgentTemplate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340156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收益：新增：注册一次，调用方不变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243584"/>
            <a:ext cx="3575304" cy="2523744"/>
          </a:xfrm>
          <a:prstGeom prst="roundRect">
            <a:avLst>
              <a:gd name="adj" fmla="val 217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1353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Gateway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164592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变化点：工具来源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66176" y="1920240"/>
            <a:ext cx="3172968" cy="1426464"/>
          </a:xfrm>
          <a:prstGeom prst="roundRect">
            <a:avLst>
              <a:gd name="adj" fmla="val 384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0768" y="201168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app/runtime/tool_gateway.py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2249424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self._policy.authorize(capability, ...)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self._store.append(... RUNNING ...)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tool_def.handler(arguments, call_ctx)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self._store.append(... SUCCEEDED ...)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授权 -&gt; 审计 -&gt; 执行 -&gt; 审计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266176" y="340156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收益：内置 / 控制 / MCP 共用同一路径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Machine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352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变化点：状态与恢复路径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626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Task / Agent 各一张转换表，集中校验。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4919472"/>
            <a:ext cx="5038344" cy="1097280"/>
          </a:xfrm>
          <a:prstGeom prst="roundRect">
            <a:avLst>
              <a:gd name="adj" fmla="val 5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0109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app/domain/state_machine.py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24865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_TASK_TRANSITIONS = {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"ACTIVE":    {"FINISHED", "FAILED", "SUSPENDED"},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"SUSPENDED": {"ACTIVE", "PENDING", "FAILED"},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8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"FINISHED":  {"PENDING"},   # 复核不通过时 reopen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90488" y="3950208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91656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EventBus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91656" y="43525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变化点：一件事发生后要做几件事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391656" y="4626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领域服务只 publish，消费方 subscribe 注册。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91656" y="4919472"/>
            <a:ext cx="5038344" cy="1097280"/>
          </a:xfrm>
          <a:prstGeom prst="roundRect">
            <a:avLst>
              <a:gd name="adj" fmla="val 5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50109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app/orchestrator/task_manager.py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556248" y="524865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event_bus.subscribe(TASK_CREATED, self.on_task_created)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event_bus.subscribe(TASK_EXEC_FINISHED, self.on_task_finished)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event_bus.subscribe(TASK_EXEC_FAILED, self.on_task_failed)</a:t>
            </a:r>
            <a:endParaRPr lang="en-US" sz="8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83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领域服务只 publish，不关心谁在听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indent="0" marL="0">
              <a:buNone/>
            </a:pPr>
            <a:r>
              <a:rPr lang="en-US" sz="10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代码质量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115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可读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426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类名与目录名对应领域概念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19072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调度、执行、能力三层的命名一一对应到模块。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2249424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322576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 / TaskManager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LifecycleManager / TaskQueue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AgentLoop / Reasoner / Actor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 / ToolGateway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6824" y="950976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7992" y="1115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可维护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426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能力变更不进入 runtime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1719072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provider = 实现 BaseAdapter + 注册一次。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07992" y="2249424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322576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llm/    openai, anthropic, mock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  builtin, control, mcp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 local, workspace, remote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agent_template/  可配置角色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65008" y="950976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1115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可测试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1426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外部依赖经接口注入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1719072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组测试不访问网络，覆盖队列、生命周期、HITL 等路径。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66176" y="2249424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2322576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MockAdapter(BaseAdapter)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tests/test_llm_adapters.py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tests/test_task_queue_batch.py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tests/test_lifecycle_manager.py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712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安全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0233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工具调用单一入口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315968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授权、审计、参数脱敏、输出截断集中在 ToolGateway.call()。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" y="4846320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4919472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-&gt; ToolGateway -&gt; Tool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PolicyEngine / WhitelistRule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BashExecGuardRule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_redact(): api-key, cookie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6824" y="3547872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07992" y="3712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可靠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0233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状态转换集中校验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4315968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非法转换抛 INVALID_STATE_TRANSITION；挂起可恢复，失败按计数重试。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07992" y="4846320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4919472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domain/state_machine.py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SUSPENDED -&gt; answer -&gt; requeue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InterruptRegistry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failure_counter / max_retries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65008" y="3547872"/>
            <a:ext cx="3575304" cy="2414016"/>
          </a:xfrm>
          <a:prstGeom prst="roundRect">
            <a:avLst>
              <a:gd name="adj" fmla="val 227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66176" y="3712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可演进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266176" y="40233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能力以注册方式接入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266176" y="4315968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工具、技能、模型、agent 模板四类注册表，启动时装配。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66176" y="4846320"/>
            <a:ext cx="3172968" cy="914400"/>
          </a:xfrm>
          <a:prstGeom prst="roundRect">
            <a:avLst>
              <a:gd name="adj" fmla="val 6000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75904" y="4919472"/>
            <a:ext cx="2953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ToolRegistry / SkillRegistry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ProviderRegistry / LLMRegistry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AgentTemplate Registry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DE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EventBus / TaskQueue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indent="0" marL="0">
              <a:buNone/>
            </a:pPr>
            <a:r>
              <a:rPr lang="en-US" sz="1050" dirty="0">
                <a:solidFill>
                  <a:srgbClr val="8A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可借鉴的部分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813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按状态归属拆对象，执行链拆成固定阶段，变化点收敛到 adapter / registry / gateway 三处。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8529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91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依赖集中装配，规则在构造期建索引，横切逻辑收口到单一入口，Mock 与实现同层，队列可序列化恢复。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61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24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663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Protocol、dataclass、Literal、TYPE_CHECKING 延迟注解、threading 原语，都有可直接参照的用法。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371600"/>
            <a:ext cx="3630168" cy="3931920"/>
          </a:xfrm>
          <a:prstGeom prst="roundRect">
            <a:avLst>
              <a:gd name="adj" fmla="val 1511"/>
            </a:avLst>
          </a:prstGeom>
          <a:solidFill>
            <a:srgbClr val="1A2733"/>
          </a:solidFill>
          <a:ln w="12700">
            <a:solidFill>
              <a:srgbClr val="1A27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本篇内容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956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问题与做法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140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 目录构成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8712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862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分层与依赖方向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3284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319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Task / Agent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7856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776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执行链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242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233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五处扩展点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000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 / 依赖 / 测试 / 边界 / 状态 / 扩展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7900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同一套拆法可用于任务调度、工作流引擎等长时运行、需要状态恢复的系统：对象换成 Job / Worker 或 Workflow / Node，阶段与扩展点的位置不变。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复杂 Agent 系统的工程化代码实践</dc:title>
  <dc:subject>PptxGenJS Presentation</dc:subject>
  <dc:creator>Lin</dc:creator>
  <cp:lastModifiedBy>Lin</cp:lastModifiedBy>
  <cp:revision>1</cp:revision>
  <dcterms:created xsi:type="dcterms:W3CDTF">2026-09-23T05:02:25Z</dcterms:created>
  <dcterms:modified xsi:type="dcterms:W3CDTF">2026-09-23T05:02:25Z</dcterms:modified>
</cp:coreProperties>
</file>